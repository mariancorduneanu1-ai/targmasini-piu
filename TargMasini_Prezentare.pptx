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MAŞINI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Evidența Tranzacțiilor – Aplicație WPF (C#)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Proiectare Interfețe Utilizator – PIU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CORDUNEANU MARIAN-DĂNUȚ  •  Grupa 3123B  •  USV SUCEAVA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Descrierea temei de proiect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2/15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face aplicația?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Înregistrarea tranzacțiilor de vânzare-cumpărare de mașini la un târg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Stocare: vânzător, cumpărător, firmă+model, an fabricație, culoare, opțiuni, dată, preț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Operații CRUD: Adăugare • Editare • Ştergere • Vizualizare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Filtrare după dată direct în fereastra principală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Avertizare automată: persoană care cumpără/vinde mai multe mașini în aceeaşi zi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 1: Cea mai căutată firmă / model într-o perioadă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 2: Grafic de bare al prețurilor pentru un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 3: Toate tranzacțiile dintr-o zi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Arhitectura aplicației – 3 straturi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3/15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9052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271016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Masina.cs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Proprietăți auto + computate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Vanzator, Cumparator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Firma, Model, An, Culoare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Optiuni, Data, Pret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6868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9052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Stocare (Lab 5)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271016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IStocareDate.cs (interfata)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AdministrareMasiniFisierText.cs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cu fisier text (.txt)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StreamReader / StreamWriter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FileMode.OpenOrCreate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868680"/>
            <a:ext cx="26517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868680"/>
            <a:ext cx="265176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90525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Vizualizare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1271016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MainWindow (DataGrid)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FormMasina (CRUD form)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FerestraRapoarte (3 rap.)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1783080"/>
            <a:ext cx="27432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783080"/>
            <a:ext cx="27432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16642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Implementează →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1664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Foloseste →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 fişierelor proiectului: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324612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TargMasini.sln + TargMasini.csproj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/ Masina.cs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/ IStocareDate.cs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/ AdministrareMasiniFisierText.cs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 / MainWindow.xaml(.cs)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 / FormMasina.xaml(.cs)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 / FerestraRapoarte.xaml(.cs)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Fereastra principală – MainWindow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4/15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8696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MAŞINI – Evidență Tranzacții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859536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371600"/>
            <a:ext cx="118872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371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Adaugă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01368" y="1371600"/>
            <a:ext cx="118872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1801368" y="1371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 Editează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8688" y="1371600"/>
            <a:ext cx="1188720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3218688" y="1371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 Şterge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36008" y="1371600"/>
            <a:ext cx="1188720" cy="29260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8" name="Text 16"/>
          <p:cNvSpPr/>
          <p:nvPr/>
        </p:nvSpPr>
        <p:spPr>
          <a:xfrm>
            <a:off x="4636008" y="1371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Rapoarte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709928"/>
            <a:ext cx="8595360" cy="34747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Filtrare după dată:  [ DatePicker ]   [ ✖ Reset ]   Total: 12 tranzacții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057400"/>
            <a:ext cx="8595360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0756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20756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Vânzător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20756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Cumpărător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71800" y="2075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Firmă+Model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20756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0756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Culoare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2075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Opțiuni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2075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35240" y="20756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Preț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350008"/>
            <a:ext cx="8595360" cy="329184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23682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23682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 Popescu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83080" y="23682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Ionescu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71800" y="23682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Dacia Logan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34840" y="23682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23682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23560" y="23682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AC, Nav.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23682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12.05.25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35240" y="23682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8,500 EUR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697480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2715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Vasile Popa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78308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Andrei Micu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71800" y="2715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X5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34840" y="2715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2715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Negru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23560" y="2715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Piele, Sunroof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95160" y="27157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13.05.25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35240" y="2715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 EUR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Concepte WPF folosite: DockPanel • DataGrid (AutoGenerateColumns=False) • DatePicker • Window.Resources (stiluri)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Formular adăugare / editare tranzacție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5/15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572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68680"/>
            <a:ext cx="45720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9611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Adăugare tranzacție nouă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 Vânzător *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572768"/>
            <a:ext cx="42062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922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 Cumpărător *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993392"/>
            <a:ext cx="42062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12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Firmă Auto * [ComboBox]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14016"/>
            <a:ext cx="42062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334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42062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54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Fabricație 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255264"/>
            <a:ext cx="42062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74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Culoare 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675888"/>
            <a:ext cx="420624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136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Opțiuni dotări: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133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AC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4133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Nav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23160" y="4133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Senzori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4133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Piele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1371600"/>
            <a:ext cx="21031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1408176"/>
            <a:ext cx="195681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DatePicker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pentru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1618488"/>
            <a:ext cx="-548640" cy="0"/>
          </a:xfrm>
          <a:prstGeom prst="line">
            <a:avLst/>
          </a:prstGeom>
          <a:noFill/>
          <a:ln w="12700">
            <a:solidFill>
              <a:srgbClr val="FF6F0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074920" y="2011680"/>
            <a:ext cx="21031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048256"/>
            <a:ext cx="195681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IsEditable=True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2258568"/>
            <a:ext cx="-548640" cy="0"/>
          </a:xfrm>
          <a:prstGeom prst="line">
            <a:avLst/>
          </a:prstGeom>
          <a:noFill/>
          <a:ln w="12700">
            <a:solidFill>
              <a:srgbClr val="FF6F0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074920" y="2743200"/>
            <a:ext cx="21031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8072" y="2779776"/>
            <a:ext cx="195681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Validare inline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(TextBlock Visibility)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2990088"/>
            <a:ext cx="-548640" cy="0"/>
          </a:xfrm>
          <a:prstGeom prst="line">
            <a:avLst/>
          </a:prstGeom>
          <a:noFill/>
          <a:ln w="12700">
            <a:solidFill>
              <a:srgbClr val="FF6F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074920" y="3474720"/>
            <a:ext cx="210312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3511296"/>
            <a:ext cx="195681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Avertizare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 zi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74920" y="3721608"/>
            <a:ext cx="-548640" cy="0"/>
          </a:xfrm>
          <a:prstGeom prst="line">
            <a:avLst/>
          </a:prstGeom>
          <a:noFill/>
          <a:ln w="12700">
            <a:solidFill>
              <a:srgbClr val="FF6F0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Concepte WPF: ComboBox IsEditable • DatePicker • CheckBox • ScrollViewer • Validare Visibility.Collapsed/Visible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Verificare duplicat în aceeaşi zi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6/15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Cerință specială a proiectului: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salvarea unei tranzacții, aplicația verifică dacă vânzătorul sau cumpărătorul mai apare în altă tranzacție din aceeaşi zi.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164592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29968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altelePeZi = toateMasinile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.Where(m =&gt; m.DataTranzactie.Date == zi &amp;&amp; m.Id != masina.Id)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.ToList();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cumparatorDuplikat = altelePeZi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.Any(m =&gt; m.NumeCumparator.ToLower() == cumparator);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8412480" cy="731520"/>
          </a:xfrm>
          <a:prstGeom prst="rect">
            <a:avLst/>
          </a:prstGeom>
          <a:solidFill>
            <a:srgbClr val="FFF3E0"/>
          </a:solidFill>
          <a:ln w="19050">
            <a:solidFill>
              <a:srgbClr val="FF6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221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Dacă se detectează duplicat → MessageBox cu avertizare → Utilizatorul alege: continuă sau anulează salvarea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Nivel de persistență – fişier text (Lab 5)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7/15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137160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StreamWriter append=true  (Lab 5 – AdministrareStudentiFisierText)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AddMasina(Masina m)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(StreamWriter sw = new StreamWriter(numeFisier, true))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  sw.WriteLine(FormatLinie(m));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26517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77440"/>
            <a:ext cx="265176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41401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IStocareDate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779776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GetAllMasini()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AddMasina(m)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UpdateMasina(m)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DeleteMasina(id)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GetNextId()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2377440"/>
            <a:ext cx="28346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2377440"/>
            <a:ext cx="283464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2414016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AdministrareMasini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FisierText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18688" y="2779776"/>
            <a:ext cx="261518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Implementeaza interfata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Separator: "|"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Id|Vanz|Cump|...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= rescrie tot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FileMode.OpenOrCreate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27432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37744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241401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linie .txt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2779776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1|Ion Popescu|Maria I.|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Dacia|Logan|2021|Alb|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AC, Nav.|2025-05-12|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8500.00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 campuri per linie)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Controlul DataGrid (Lab 8)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8/15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155448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83210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&lt;DataGrid x:Name="DgMasini" AutoGenerateColumns="False"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IsReadOnly="True" AlternatingRowBackground="#F5F9FF"&gt;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&lt;DataGrid.Columns&gt;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&lt;DataGridTextColumn Header="V\u00e2nz\u0103tor"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Binding="{Binding NumeVanzator}" Width="140"/&gt;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&lt;!-- restul coloanelor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&lt;/DataGrid.Columns&gt;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&lt;/DataGrid&gt;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Aspecte cheie: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AutoGenerateColumns=False – control complet asupra coloanelor afisate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Binding="{Binding NumeVanzator}" – lega coloana de proprietatea obiectului Masina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AlternatingRowBackground – randuri colorate alternant pentru lizibilitate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ColumnHeaderStyle – stil personalizat (fond albastru, text alb, bold)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Refresh: DgMasini.ItemsSource = null; DgMasini.ItemsSource = lista; (pattern Lab 9)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Raport 1 – Cea mai căutată firmă /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9/15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146304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32688"/>
            <a:ext cx="83210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topFirma = masiniFiltrate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.Where(m =&gt; m.DataTranzactie.Date &gt;= start &amp;&amp; m.DataTranzactie.Date &lt;=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.GroupBy(m =&gt; m.FirmaAuto)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.Select(g =&gt; new { Firma = g.Key, Count = g.Count()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.OrderByDescending(x =&gt; x.Count)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.ToList();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 afişat: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FIRME 01.01.2025 – 31.05.2025
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Dacia — 8 tranzacții
2. BMW — 5 tranzacții
3. Volkswagen — 3 tranzacții
</a:t>
            </a:r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Cea mai căutată: Dacia (8)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8346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RadioButton Firmă / Model (Lab 11)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GroupBy + OrderByDescending (LINQ)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DatePicker pentru interval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Raport 2 – Grafic prețuri model (Canvas)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10/15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051560"/>
            <a:ext cx="0" cy="283464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886200"/>
            <a:ext cx="4572000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01784"/>
            <a:ext cx="627888" cy="208441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73184"/>
            <a:ext cx="719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8,500€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3913632"/>
            <a:ext cx="627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24000" y="1630126"/>
            <a:ext cx="627888" cy="225607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1478280" y="1401526"/>
            <a:ext cx="719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9,200€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24000" y="3913632"/>
            <a:ext cx="627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25040" y="1973441"/>
            <a:ext cx="627888" cy="1912759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2179320" y="1744841"/>
            <a:ext cx="719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7,800€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25040" y="3913632"/>
            <a:ext cx="627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1188720"/>
            <a:ext cx="627888" cy="2697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960120"/>
            <a:ext cx="719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11,000€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26080" y="3913632"/>
            <a:ext cx="627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27120" y="1482991"/>
            <a:ext cx="627888" cy="2403209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1254391"/>
            <a:ext cx="719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9,800€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27120" y="3913632"/>
            <a:ext cx="627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28160" y="1311333"/>
            <a:ext cx="627888" cy="257486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282440" y="1082733"/>
            <a:ext cx="719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10,500€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28160" y="3913632"/>
            <a:ext cx="627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10565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Dacia Logan – prețuri 2025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Implementare: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0" y="13716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(Lab 8) – pozitionare absoluta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 pentru fiecare bară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ActualWidth fallback (bug rezolvat)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TextBlock – etichete pret + luna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– axele X si 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ComboBox model + DatePicker interval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Raport 3 – Tranzacții dintr-o zi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11/15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Selectează o dată cu DatePicker → Afişează toate tranzacțiile acelei zile într-un DataGrid + total valoare: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Vânzător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Cumpărător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Firmă+Model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14447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764792"/>
            <a:ext cx="8412480" cy="347472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 Popescu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Ionescu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Dacia Logan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17922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8,500 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30552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1579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Vasile Popa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48840" y="21579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Marin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1579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Seria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21579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15798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24,000 EUR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496312"/>
            <a:ext cx="8412480" cy="347472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5237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Gheorghe L.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48840" y="25237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Andrei M.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25237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Skoda Octavia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5237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25237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14,500 EUR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898648"/>
            <a:ext cx="841248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Tranzacții pe 12.05.2025: 3  |  Valoare totală: 47,000 EUR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Implementare: LINQ .Where(dată) + .Sum(pret) • DataGrid cu ItemsSource refresh (Lab 9) • DatePicker (Lab 9)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Obstacole întâlnite (bug-uri) şi rezolvarea lor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12/15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🐞 DataGrid nu se actualiza după ştergere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List&lt;T&gt; nu implementează INotifyCollectionChanged → ItemsSource = null; ItemsSource = lista;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8595360" cy="749808"/>
          </a:xfrm>
          <a:prstGeom prst="rect">
            <a:avLst/>
          </a:prstGeom>
          <a:solidFill>
            <a:srgbClr val="FFF8E1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739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🐞 Parsarea prețului eşua (virgulă ro.)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decimal.Parse() cu InvariantCulture refuza virgula → Replace(",",".") + NumberStyles.Any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96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🐞 Canvas.ActualWidth = 0 la prima des.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907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Layout WPF nefinalizat → fallback: ActualWidth &gt; 0 ? ActualWidth : 740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749808"/>
          </a:xfrm>
          <a:prstGeom prst="rect">
            <a:avLst/>
          </a:prstGeom>
          <a:solidFill>
            <a:srgbClr val="FFF8E1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19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🐞 Duplicat fals la editare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Inregistrarea editata se detecta pe sine → &amp;&amp; m.Id != masina.Id in LINQ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42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🐞 FileNotFoundException la prima rulare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553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masini_targ.txt nu exista → File.Open(FileMode.OpenOrCreate) in constructor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Concepte PIU utilizate – sinteză laboratoare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13/15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9052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– Colecții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271016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List&lt;T&gt; generic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LINQ: Where, GroupBy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OrderByDescending, Any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Sum, Average, Select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86868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86868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9052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 – Persistenta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271016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IStocareDate (interfata)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StreamWriter append=true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StreamReader linie cu linie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FileMode.OpenOrCreate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86868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6868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9052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8 – WPF Layout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1271016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DockPanel, StackPanel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DataGrid coloane manuale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pozitionare absol.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CheckBox, RadioButton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74320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74320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277977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9 – Controale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" y="3145536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ComboBox IsEditable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DatePicker selectie 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ListBox / DataGrid bind.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ItemsSource = null refresh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274320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274320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5" name="Text 23"/>
          <p:cNvSpPr/>
          <p:nvPr/>
        </p:nvSpPr>
        <p:spPr>
          <a:xfrm>
            <a:off x="3218688" y="277977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10/11 – Binding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18688" y="3145536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Binding TextBox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INotifyPropertyChanged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ValidationRules inline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Visibility.Visible/Coll.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74320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743200"/>
            <a:ext cx="2743200" cy="34747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9" name="Text 27"/>
          <p:cNvSpPr/>
          <p:nvPr/>
        </p:nvSpPr>
        <p:spPr>
          <a:xfrm>
            <a:off x="6144768" y="277977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– WPF Intro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44768" y="3145536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/ App.xaml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Code-behind partial class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InitializeComponent()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handlers (Click)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Flux de utilizare – scenariu complet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01184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Târg de Mașini – WPF  •  Corduneanu Marian-Dănuț  •  3123B  •  14/15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05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Pornire aplicație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914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Fisierul masini_targ.txt creat automat; DataGrid gol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371600"/>
            <a:ext cx="0" cy="22860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4320" y="16002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Adăugare tranzacție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6002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+ Adăugă → Formular → Completare → Salvare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057400"/>
            <a:ext cx="0" cy="22860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74320" y="22860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Avertizare duplicat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2286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Aceeaşi persoană în aceeaşi zi → MessageBox avertizare → DA/NU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743200"/>
            <a:ext cx="0" cy="22860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74320" y="29718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Editare tranzacție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2971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Selectare în DataGrid → Editează → Formular pre-populat → Salvare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429000"/>
            <a:ext cx="0" cy="22860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74320" y="36576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749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Filtrare după zi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3657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DatePicker fereastră principală → Afisează doar tranzacțiile din acea zi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114800"/>
            <a:ext cx="0" cy="22860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74320" y="43434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434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Rapoarte statistice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4343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Rapoarte → Top firme/modele • Grafic prețuri • Tranzacții pe zi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Concluzii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Aplicația integrează conceptele predate în laboratoarele 1–11 PIU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straturi: Model • Stocare (fişier text) • Vizualizare (WPF)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Controale variate: DataGrid • ComboBox • DatePicker • CheckBox • Canvas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Validare inline • Avertizare duplicat • Rapoarte LINQ + grafic bare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Extensibil: IStocareDate permite înlocuirea cu BD SQL fără a modifica 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CORDUNEANU MARIAN-DĂNUȚ  •  Grupa 3123B  •  USV Suceava  •  PIU 2024–2025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 de Masini - Aplicatie WPF</dc:title>
  <dc:subject>PptxGenJS Presentation</dc:subject>
  <dc:creator>Corduneanu Marian-Danut</dc:creator>
  <cp:lastModifiedBy>Corduneanu Marian-Danut</cp:lastModifiedBy>
  <cp:revision>1</cp:revision>
  <dcterms:created xsi:type="dcterms:W3CDTF">2026-06-01T09:07:28Z</dcterms:created>
  <dcterms:modified xsi:type="dcterms:W3CDTF">2026-06-01T09:07:28Z</dcterms:modified>
</cp:coreProperties>
</file>